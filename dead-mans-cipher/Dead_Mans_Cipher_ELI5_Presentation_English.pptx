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768096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59E0B"/>
                </a:solidFill>
              </a:defRPr>
            </a:pPr>
            <a:r>
              <a:t>🏴‍☠️ DEAD MAN'S CIPHER</a:t>
            </a:r>
          </a:p>
          <a:p>
            <a:pPr>
              <a:spcAft>
                <a:spcPts val="1400"/>
              </a:spcAft>
              <a:defRPr sz="1600" b="1">
                <a:solidFill>
                  <a:srgbClr val="E2E8F0"/>
                </a:solidFill>
              </a:defRPr>
            </a:pPr>
            <a:r>
              <a:t>Maritime Cryptographic Workbench — ELI5 Technical Guide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Simple step-by-step breakdown of how Dead Man's Cipher works, every tool used, WebCrypto security, steganography, and system logic.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OVERVIEW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1. What is Dead Man's Cipher? (ELI5)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🏴‍☠️ The Simple Idea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Imagine a secret pirate treasure chest locked with 2 keys: a private key and a passphrase key.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Pirates want to send secret map coordinates over open waters without enemy ships reading them.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Dead Man's Cipher encrypts, signs, and hides secret messages inside song lyrics or flag images!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🛠️ Tools &amp; Tech Stack Used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Next.js 16 (React 19) — Fast web application framework.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TypeScript — Type-safe bug prevention.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WebCrypto API — Native browser encryption.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Tailwind CSS &amp; Canvas — Modern UI visuals &amp; pixel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1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2. Identity Vault (/identity)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🔑 How It Works (Logic)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Generates a unique Captain Identity keypair using Ed25519 digital signature algorithms.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Calculates an 8-character hex fingerprint (e.g. 8F3A2B1C) from public key hash.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Prints high-resolution SVG Wax Seal emblems.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☠️ Key Lifecycle &amp; Revocation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SAILING — Key is active, trusted and safe.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BLACKSPOT — Key is marked stolen/compromised! Any message signed with a BLACKSPOT key is immediately blocked in inspection.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Export/Import .dmckey files to back up pirate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2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3. Sealed Missive Forge (/compose)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📜 How It Works (Logic)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Pick coordinates from interactive Nautical Map or click "Roll Random Missive".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Derives 256-bit encryption key using PBKDF2 with 100,000 rounds from passphrase.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Encrypts message with AES-256-GCM / ChaCha20 and signs with Ed25519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🛠️ Tools &amp; Web APIs Used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window.crypto.subtle.deriveKey — PBKDF2 key derivation.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window.crypto.subtle.encrypt — AES-256-GCM hardware encryption.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window.crypto.subtle.sign — Ed25519 signature.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Zero-Width Unicode Encoder — Hides ciphertext in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3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4. Boarding Inspection (/inspect)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🛡️ 4 Defense Gate Checks (Logic)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1: Format Header — Validates DMC1 protocol magic string.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2: Replay Window — Rejects messages older than 24 hours.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3: Signature Verifier — Checks Ed25519 signature authenticity.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4: Revocation Gate — Blocks keys flagged BLACKSPOT.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🔊 Audio Cues &amp; Feedback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If all 4 gates pass -&gt; Web Audio plays ship bell chime &amp; decrypts coordinates.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If any gate fails -&gt; Web Audio plays alarm siren and flags security alert.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Uses window.crypto.subtle.verify.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4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5. Steganography Lab (/stego)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 Feather Sea Shanty Text Stego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Converts secret text to binary bits (0s and 1s).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Maps 0 -&gt; zero-width space (\u200B) and 1 -&gt; zero-width non-joiner (\u200C).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Hides payload invisibly inside Sea Shanty lyrics!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🖼️ Sail Emblem Image LSB Stego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Reads PNG image pixels using HTML5 Canvas 2D API (getImageData).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Changes Least Significant Bit (LSB) of RGB pixels to store secret map location without altering image visual look.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Includes direct NauticalMap location picker.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5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6. Kraken's Trial Attack Lab (/attack-lab)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⚔️ 4 Simulated Attack Vectors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Forged Signature Attack: Fake Admiralty signature.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Replay Attack: Reusing 72-hour-old intercepted dispatch.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Compromised Key Attack: Dispatch signed by BLACKSPOT key.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Tampered Ciphertext: Modified bytes in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🎯 Objective &amp;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Proves system security gates automatically catch and reject all malicious attacks.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Logs simulation results to Ship's Audit Trail.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Provides instant visual &amp; audio alarm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6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7. Cipher Cracker &amp; Encrypter (/cracker)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🔍 Cryptanalysis Engine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Letter Frequency Histogram: Renders A-Z distribution vs English.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Index of Coincidence (IoC): Evaluates math probability (~0.0667 = English, ~0.038 = Random).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Chi-Squared Brute Force: Tests all 26 Caesar key shifts.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🔒 Quick Encrypter Panel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Plaintext Message Input &amp; Shift Key Dial (+1 to +25).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Encrypt &amp; Load Button: Encrypts text and loads directly into Codebreaker.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Presets: Port Royal Secret (+3), Blackbeard Orders (+7), Corsair Shanty (+13).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7 &amp; 8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8. Threat Dashboard &amp;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🌩️ Storm Warning Dashboard (/threat)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5-Axis Radar Chart measuring Cipher Strength, Key Freshness, Sig Assurance, Anti-Replay &amp; Stego Stealth.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96/100 Security Score Gauge with 4 verification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📜 Ship's Log Audit Trail (/audit)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Append-only immutable audit log.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SHA-256 Hash Chain: currentHash = SHA256(previousHash : seq : time : event : actor : details).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1-Click Integrity Verification to detect tampering.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