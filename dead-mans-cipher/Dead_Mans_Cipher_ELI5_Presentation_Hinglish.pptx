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768096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F59E0B"/>
                </a:solidFill>
              </a:defRPr>
            </a:pPr>
            <a:r>
              <a:t>🏴‍☠️ DEAD MAN'S CIPHER</a:t>
            </a:r>
          </a:p>
          <a:p>
            <a:pPr>
              <a:spcAft>
                <a:spcPts val="1400"/>
              </a:spcAft>
              <a:defRPr sz="1600" b="1">
                <a:solidFill>
                  <a:srgbClr val="E2E8F0"/>
                </a:solidFill>
              </a:defRPr>
            </a:pPr>
            <a:r>
              <a:t>Maritime Cryptographic Workbench — Easy Hinglish ELI5 Guide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Dead Man's Cipher kaise kaam karta hai, isme kaunse tools aur WebCrypto logic use hue hai — simplified step-by-step Hindi + English guide.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OVERVIEW (HINGLISH)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1. Dead Man's Cipher Kya Hai? (ELI5)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🏴‍☠️ Simple Concept (Aasan Bhasha Mein)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Socho ek pirate treasure box hai jo 2 chabi (Private Key &amp; Passphrase) se band hota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Pirates ko samundar me secret map coordinates bhejne hai bina dushman ke dekhe.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Dead Man's Cipher message ko encrypt karta hai aur gaane ke lyrics ya image ke andar chupa deta hai!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🛠️ Kaunse Tools &amp; Tech Stack Use Hue?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Next.js 16 (React 19) — Fast web frontend framework.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TypeScript — Zero bug code environment.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WebCrypto API — Browser ka in-built military-grade encryption.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Canvas API &amp; Tailwind — Canvas pixel editing aur awesome dark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1 (HINGLISH)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2. Identity Vault (/identity)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🔑 Kaise Kaam Karta Hai (Logic)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Har Captain ki unique Ed25519 digital keypair generate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Public key ka SHA-256 hash nikal kar 8-character fingerprint (jaise 8F3A2B1C) banata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Printable High-Res SVG Wax Seal emblem draw karta hai.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☠️ Key States &amp; Black Spot Revocation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SAILING — Key active aur safe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BLACKSPOT — Key chori ya leak ho gayi! Jab koi BLACKSPOT key se message bhejegab, system use turant block kar dega.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.dmckey files se keys export/import kar sakte 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2 (HINGLISH)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3. Sealed Missive Forge (/compose)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📜 Message Encrypt Karne Ka Logic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Nautical Map se location choose karo ya "Roll Random Missive" click karo.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Passphrase se PBKDF2 (100,000 rounds) chala kar 256-bit encryption key banata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AES-256-GCM se lock karta hai aur Ed25519 signature lagata hai.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🛠️ Web APIs Used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crypto.subtle.deriveKey — PBKDF2 passphrase key derivation.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crypto.subtle.encrypt — AES-256-GCM hardware encryption.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crypto.subtle.sign — Digital signature verification.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Zero-Width Unicode — Message ko lyrics ke andar invisible karta hai.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3 (HINGLISH)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4. Boarding Inspection (/inspect)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🛡️ 4 Defense Gate Checks (Logic)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Gate 1: Header Check — Checks DMC1 protocol header.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Gate 2: Replay Window — 24 ghante se purane messages reject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Gate 3: Signature Verifier — Check karta hai signature real Captain ka hai ya nahi.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Gate 4: Revocation Gate — Rejects BLACKSPOT keys.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🔊 Sound Cues &amp; Verification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Sare 4 gates pass hue -&gt; Ship bell bajti hai aur coordinates reveal hote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Koi gate fail hua -&gt; Alarm siren bajti hai aur access block ho jata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Uses crypto.subtle.verify.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4 (HINGLISH)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5. Steganography Lab (/stego)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 Feather Sea Shanty Text Stego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Secret text ko binary bits (0 aur 1) me badalta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0 ko \u200B (invisible space) aur 1 ko \u200C me convert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Lyrics me message bina dikhe chup jata hai!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🖼️ Sail Emblem Image LSB Stego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HTML5 Canvas API se PNG image pixels read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RGB color bytes ke Least Significant Bit (LSB) me secret location store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Image me bilkul fark nahi dikhta!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5 (HINGLISH)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6. Kraken's Trial Attack Lab (/attack-lab)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⚔️ 4 Attack Simulation Modes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Forged Signature Attack: Nakli Navy signature test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Replay Attack: 72 hours purana message reuse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Compromised Key Attack: BLACKSPOT key se message test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Tampered Ciphertext: Middle-man data corruption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🎯 Objective &amp; Verification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Prove karta hai ki humara system har real-world cyber attack ko pakad kar reject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Results ko Ship Audit Log me save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Real-time alarm sound aur badges show karta hai.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6 (HINGLISH)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7. Cipher Cracker &amp; Encrypter (/cracker)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🔍 Cryptanalysis Engine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Letter Frequency Chart: A-Z letters ka comparison chart dikhata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Index of Coincidence (IoC): Probability nikalta hai (~0.0667 = English text, ~0.038 = Encrypted).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Chi-Squared Solver: Sare 26 Caesar key shifts ek sath test karta hai.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🔒 Quick Encrypter Panel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Plaintext message type karo aur shift key (+1 to +25) dial karo.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Encrypt &amp; Load button: Instantly encrypt karke cracker engine me bhej deta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Presets: Port Royal (+3), Blackbeard (+7), Corsair Shanty (+13).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FEATURE 7 &amp; 8 (HINGLISH)</a:t>
            </a:r>
          </a:p>
          <a:p>
            <a:pPr>
              <a:defRPr sz="1800" b="1">
                <a:solidFill>
                  <a:srgbClr val="FEF3C7"/>
                </a:solidFill>
              </a:defRPr>
            </a:pPr>
            <a:r>
              <a:t>8. Threat Dashboard &amp; Audit Log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🌩️ Threat Dashboard (/threat)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5-Axis Radar Chart: Cipher Strength, Key Freshness, Sig Assurance, Anti-Replay &amp; Stego Stealth measure karta hai.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96/100 Security Score Gauge with 4 risk compliance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3931920" cy="3657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noFill/>
        </p:spPr>
        <p:txBody>
          <a:bodyPr wrap="square" lIns="182880" rIns="182880" tIns="18288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📜 Ship Log Audit Trail (/audit)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Immutable audit log jo koi edit nahi kar sakta.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SHA-256 Hash Chain formula: currentHash = SHA256(previousHash : seq : time : event : actor : details).</a:t>
            </a:r>
          </a:p>
          <a:p>
            <a:pPr>
              <a:spcAft>
                <a:spcPts val="600"/>
              </a:spcAft>
              <a:defRPr sz="1100">
                <a:solidFill>
                  <a:srgbClr val="F1F5F9"/>
                </a:solidFill>
              </a:defRPr>
            </a:pPr>
            <a:r>
              <a:t>1-Click Verify Integrity button se tampering pakdi jati hai.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